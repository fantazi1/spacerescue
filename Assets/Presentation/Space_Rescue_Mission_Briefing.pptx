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3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" y="34883"/>
            <a:ext cx="16248104" cy="9074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" y="34883"/>
            <a:ext cx="16248104" cy="9074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" y="34883"/>
            <a:ext cx="16248104" cy="9074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" y="34883"/>
            <a:ext cx="16248104" cy="90742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" y="34883"/>
            <a:ext cx="16248104" cy="90742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" y="34883"/>
            <a:ext cx="16248104" cy="9074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Довільний</PresentationFormat>
  <Paragraphs>0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Yehor</dc:creator>
  <cp:lastModifiedBy>Yehor</cp:lastModifiedBy>
  <cp:revision>8</cp:revision>
  <dcterms:created xsi:type="dcterms:W3CDTF">2006-08-16T00:00:00Z</dcterms:created>
  <dcterms:modified xsi:type="dcterms:W3CDTF">2026-09-02T16:54:27Z</dcterms:modified>
</cp:coreProperties>
</file>